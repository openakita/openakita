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19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之外：国产 AI Agent 推荐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除了原版龙虾 OpenClaw，这些国产框架同样强大、更适合国内场景</a:t>
            </a:r>
            <a:endParaRPr lang="en-US" sz="1000" dirty="0"/>
          </a:p>
        </p:txBody>
      </p:sp>
      <p:pic>
        <p:nvPicPr>
          <p:cNvPr id="5" name="Image 0" descr="D:\coder\myagent\ppt_slides\mascots.png"/>
          <p:cNvPicPr>
            <a:picLocks noChangeAspect="1"/>
          </p:cNvPicPr>
          <p:nvPr/>
        </p:nvPicPr>
        <p:blipFill>
          <a:blip r:embed="rId3"/>
          <a:srcRect t="14278" b="6051"/>
          <a:stretch>
            <a:fillRect/>
          </a:stretch>
        </p:blipFill>
        <p:spPr>
          <a:xfrm>
            <a:off x="1856232" y="804672"/>
            <a:ext cx="5330952" cy="23727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522841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457200" y="3568561"/>
            <a:ext cx="36576" cy="9144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94360" y="3568561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OpenAkita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842881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开源多Agent AI助手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支持30+大模型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飞书/钉钉/企微/QQ全通道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内置自进化引擎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51176" y="3522841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2551176" y="3568561"/>
            <a:ext cx="36576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2688336" y="3568561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88336" y="3842881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阿里通义出品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个人智能体工作台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长期记忆+定时任务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分层安全防护机制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45152" y="3522841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645152" y="3568561"/>
            <a:ext cx="36576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782312" y="3568561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LobsterAI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82312" y="3842881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网易有道推出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7x24 桌面 Agent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GUI交互+16项内置技能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跨设备远程协作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739128" y="3522841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6739128" y="3568561"/>
            <a:ext cx="36576" cy="9144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6876288" y="3568561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76288" y="3842881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安全可控国产方案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权限隔离+操作审计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企业级治理架构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国产安全首选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0" y="4757281"/>
            <a:ext cx="9144000" cy="228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全屏显示(16:9)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国产 AI Agent 推荐</dc:title>
  <dc:subject>PptxGenJS Presentation</dc:subject>
  <dc:creator>OpenAkita</dc:creator>
  <cp:lastModifiedBy>智聪 孙</cp:lastModifiedBy>
  <cp:revision>2</cp:revision>
  <dcterms:created xsi:type="dcterms:W3CDTF">2026-04-01T13:18:40Z</dcterms:created>
  <dcterms:modified xsi:type="dcterms:W3CDTF">2026-04-01T13:22:21Z</dcterms:modified>
</cp:coreProperties>
</file>