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之外：国产 AI Agent 推荐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除了原版龙虾 OpenClaw，这些国产框架同样强大、更适合国内场景</a:t>
            </a:r>
            <a:endParaRPr lang="en-US" sz="1000" dirty="0"/>
          </a:p>
        </p:txBody>
      </p:sp>
      <p:pic>
        <p:nvPicPr>
          <p:cNvPr id="5" name="Image 0" descr="D:\coder\myagent\ppt_slides\masc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777240"/>
            <a:ext cx="5029200" cy="28096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678289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724009"/>
            <a:ext cx="36576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3724009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OpenAkita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998329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开源多Agent AI助手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支持30+大模型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飞书/钉钉/企微/QQ全通道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内置自进化引擎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51176" y="3678289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1176" y="3724009"/>
            <a:ext cx="36576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3724009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88336" y="3998329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阿里通义出品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个人智能体工作台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长期记忆+定时任务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分层安全防护机制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45152" y="3678289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3724009"/>
            <a:ext cx="36576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4782312" y="3724009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LobsterAI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82312" y="3998329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网易有道推出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7x24 桌面 Agent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GUI交互+16项内置技能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跨设备远程协作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739128" y="3678289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39128" y="3724009"/>
            <a:ext cx="36576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6876288" y="3724009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76288" y="3998329"/>
            <a:ext cx="17099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腾讯云AI智能体引擎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兼容OpenClaw Skills生态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接入企微/微信/飞书/QQ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支持混元/DeepSeek等模型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0" y="4757281"/>
            <a:ext cx="9144000" cy="228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757281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推荐在培训龙虾 OpenClaw 的同时，引导学员了解国产生态  |  OpenAkita 为首选推荐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国产 AI Agent 推荐</dc:title>
  <dc:subject>PptxGenJS Presentation</dc:subject>
  <dc:creator>OpenAkita</dc:creator>
  <cp:lastModifiedBy>OpenAkita</cp:lastModifiedBy>
  <cp:revision>1</cp:revision>
  <dcterms:created xsi:type="dcterms:W3CDTF">2026-04-01T13:29:51Z</dcterms:created>
  <dcterms:modified xsi:type="dcterms:W3CDTF">2026-04-01T13:29:51Z</dcterms:modified>
</cp:coreProperties>
</file>